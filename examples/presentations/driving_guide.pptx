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your journey toward becoming a safe, confident driver. Driving is a skill that takes practice, patience, and responsibility. Let's build a strong foundation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starts before you even turn the key. These habits should become automatic every single time you get behind the wheel, whether you're driving across town or across the country.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through this checklist every time until it becomes second nature. Taking 30 seconds before driving can prevent accidents and ensure a comfortable, safe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time in a parked car familiarizing yourself with every control. Know where everything is so you never have to search while driving.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 cars won't start unless the brake is pressed. This safety feature prevents accidental rolling. Always check your mirrors one more time before releasing the brake.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Smooth inputs are the hallmark of a skilled driver. Jerky movements startle passengers and can cause loss of control. Practice in empty parking lots until movements feel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Speed limits exist for a reason. In neighborhoods, low speeds give you time to react to the unexpected. On highways, matching traffic speed is actually safer than going too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Traffic rules aren't suggestions. Running a red light or rolling through a stop sign can result in tickets, accidents, or worse. Develop perfect habits from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Distracted driving kills thousands every year. Your phone notification is never more important than your life or the lives of others on the road.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Gradual progression builds competence without overwhelming you. Don't rush to highways or night driving until you're confident in basic situations. Every driver develops at their own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op Line"/>
          <p:cNvSpPr/>
          <p:nvPr/>
        </p:nvSpPr>
        <p:spPr>
          <a:xfrm>
            <a:off x="457200" y="274320"/>
            <a:ext cx="8229600" cy="18288"/>
          </a:xfrm>
          <a:prstGeom prst="rect">
            <a:avLst/>
          </a:prstGeom>
          <a:solidFill>
            <a:srgbClr val="636E72"/>
          </a:solidFill>
          <a:ln>
            <a:noFill/>
          </a:ln>
        </p:spPr>
      </p:sp>
      <p:sp>
        <p:nvSpPr>
          <p:cNvPr id="101" name="Bottom Line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636E7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Learning to Drive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Step-by-Step Guide for New Drivers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You 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914400"/>
          </a:xfrm>
          <a:prstGeom prst="roundRect">
            <a:avLst/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997304"/>
                </a:solidFill>
              </a:defRPr>
            </a:pPr>
            <a:r>
              <a:t>Seatbelt First</a:t>
            </a:r>
          </a:p>
          <a:p>
            <a:pPr algn="l">
              <a:spcBef>
                <a:spcPts val="600"/>
              </a:spcBef>
              <a:defRPr sz="1200">
                <a:solidFill>
                  <a:srgbClr val="997304"/>
                </a:solidFill>
              </a:defRPr>
            </a:pPr>
            <a:r>
              <a:t>Always buckle up before starting the engine. It's the law and your best protection.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97480"/>
            <a:ext cx="8229600" cy="914400"/>
          </a:xfrm>
          <a:prstGeom prst="roundRect">
            <a:avLst/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997304"/>
                </a:solidFill>
              </a:defRPr>
            </a:pPr>
            <a:r>
              <a:t>Adjust Everything</a:t>
            </a:r>
          </a:p>
          <a:p>
            <a:pPr algn="l">
              <a:spcBef>
                <a:spcPts val="600"/>
              </a:spcBef>
              <a:defRPr sz="1200">
                <a:solidFill>
                  <a:srgbClr val="997304"/>
                </a:solidFill>
              </a:defRPr>
            </a:pPr>
            <a:r>
              <a:t>Set mirrors, seat, and steering wheel before driving, never while moving.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DC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17A2B8"/>
                </a:solidFill>
              </a:defRPr>
            </a:pPr>
            <a:r>
              <a:t>Check Requirements</a:t>
            </a:r>
          </a:p>
          <a:p>
            <a:pPr algn="l">
              <a:spcBef>
                <a:spcPts val="600"/>
              </a:spcBef>
              <a:defRPr sz="1200">
                <a:solidFill>
                  <a:srgbClr val="17A2B8"/>
                </a:solidFill>
              </a:defRPr>
            </a:pPr>
            <a:r>
              <a:t>Ensure you have a valid learner's permit and a licensed adult supervisor.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Pre-Drive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Adjust seat for pedal reach</a:t>
            </a:r>
          </a:p>
          <a:p>
            <a:pPr/>
            <a:r>
              <a:t>Set all three mirrors</a:t>
            </a:r>
          </a:p>
          <a:p>
            <a:pPr/>
            <a:r>
              <a:t>Fasten seatbelt securely</a:t>
            </a:r>
          </a:p>
          <a:p>
            <a:pPr/>
            <a:r>
              <a:t>Check fuel level</a:t>
            </a:r>
          </a:p>
          <a:p>
            <a:pPr/>
            <a:r>
              <a:t>Scan for warning lights</a:t>
            </a:r>
          </a:p>
          <a:p>
            <a:pPr/>
            <a:r>
              <a:t>Stow phone out of reach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Steering wheel: direction</a:t>
            </a:r>
          </a:p>
          <a:p>
            <a:pPr/>
            <a:r>
              <a:t>Gas pedal: acceleration</a:t>
            </a:r>
          </a:p>
          <a:p>
            <a:pPr/>
            <a:r>
              <a:t>Brake pedal: stopping</a:t>
            </a:r>
          </a:p>
          <a:p>
            <a:pPr/>
            <a:r>
              <a:t>Gear selector: P R N 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Turn signals: communication</a:t>
            </a:r>
          </a:p>
          <a:p>
            <a:pPr/>
            <a:r>
              <a:t>Headlights: visibility</a:t>
            </a:r>
          </a:p>
          <a:p>
            <a:pPr/>
            <a:r>
              <a:t>Wipers: clear vision</a:t>
            </a:r>
          </a:p>
          <a:p>
            <a:pPr/>
            <a:r>
              <a:t>Horn: emergency alert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Starting the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Press brake pedal firmly</a:t>
            </a:r>
          </a:p>
          <a:p>
            <a:pPr/>
            <a:r>
              <a:t>Insert key or press start</a:t>
            </a:r>
          </a:p>
          <a:p>
            <a:pPr/>
            <a:r>
              <a:t>Check dashboard gauges</a:t>
            </a:r>
          </a:p>
          <a:p>
            <a:pPr/>
            <a:r>
              <a:t>Release parking brake</a:t>
            </a:r>
          </a:p>
          <a:p>
            <a:pPr/>
            <a:r>
              <a:t>Shift from Park to Drive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Maneuvers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Accelerate smoothly, gradually</a:t>
            </a:r>
          </a:p>
          <a:p>
            <a:pPr/>
            <a:r>
              <a:t>Brake early and gently</a:t>
            </a:r>
          </a:p>
          <a:p>
            <a:pPr/>
            <a:r>
              <a:t>Turn using hand-over-hand</a:t>
            </a:r>
          </a:p>
          <a:p>
            <a:pPr/>
            <a:r>
              <a:t>Check mirrors before lanes</a:t>
            </a:r>
          </a:p>
          <a:p>
            <a:pPr/>
            <a:r>
              <a:t>Park using reference 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 Zones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Residential Areas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25 mph typical limit</a:t>
            </a:r>
          </a:p>
          <a:p>
            <a:pPr/>
            <a:r>
              <a:t>Watch for children</a:t>
            </a:r>
          </a:p>
          <a:p>
            <a:pPr/>
            <a:r>
              <a:t>Pedestrians have priority</a:t>
            </a:r>
          </a:p>
          <a:p>
            <a:pPr/>
            <a:r>
              <a:t>Stop for school buses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Highways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55-70 mph typical</a:t>
            </a:r>
          </a:p>
          <a:p>
            <a:pPr/>
            <a:r>
              <a:t>Maintain traffic flow</a:t>
            </a:r>
          </a:p>
          <a:p>
            <a:pPr/>
            <a:r>
              <a:t>Use on-ramps to merge</a:t>
            </a:r>
          </a:p>
          <a:p>
            <a:pPr/>
            <a:r>
              <a:t>Keep right except passing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Essential Road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stop at stop signs</a:t>
            </a:r>
          </a:p>
          <a:p>
            <a:pPr/>
            <a:r>
              <a:t>Yield means slow and check</a:t>
            </a:r>
          </a:p>
          <a:p>
            <a:pPr/>
            <a:r>
              <a:t>Red light: stop completely</a:t>
            </a:r>
          </a:p>
          <a:p>
            <a:pPr/>
            <a:r>
              <a:t>Yellow light: stop if safe</a:t>
            </a:r>
          </a:p>
          <a:p>
            <a:pPr/>
            <a:r>
              <a:t>Pedestrians always 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914400"/>
          </a:xfrm>
          <a:prstGeom prst="roundRect">
            <a:avLst/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997304"/>
                </a:solidFill>
              </a:defRPr>
            </a:pPr>
            <a:r>
              <a:t>No Distractions</a:t>
            </a:r>
          </a:p>
          <a:p>
            <a:pPr algn="l">
              <a:spcBef>
                <a:spcPts val="600"/>
              </a:spcBef>
              <a:defRPr sz="1200">
                <a:solidFill>
                  <a:srgbClr val="997304"/>
                </a:solidFill>
              </a:defRPr>
            </a:pPr>
            <a:r>
              <a:t>Never text, eat, or reach for objects while driving. It can wait.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97480"/>
            <a:ext cx="8229600" cy="914400"/>
          </a:xfrm>
          <a:prstGeom prst="roundRect">
            <a:avLst/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997304"/>
                </a:solidFill>
              </a:defRPr>
            </a:pPr>
            <a:r>
              <a:t>3-Second Rule</a:t>
            </a:r>
          </a:p>
          <a:p>
            <a:pPr algn="l">
              <a:spcBef>
                <a:spcPts val="600"/>
              </a:spcBef>
              <a:defRPr sz="1200">
                <a:solidFill>
                  <a:srgbClr val="997304"/>
                </a:solidFill>
              </a:defRPr>
            </a:pPr>
            <a:r>
              <a:t>Maintain at least 3 seconds of following distance from the car ahead.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DE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28A745"/>
                </a:solidFill>
              </a:defRPr>
            </a:pPr>
            <a:r>
              <a:t>Practice Makes Perfect</a:t>
            </a:r>
          </a:p>
          <a:p>
            <a:pPr algn="l">
              <a:spcBef>
                <a:spcPts val="600"/>
              </a:spcBef>
              <a:defRPr sz="1200">
                <a:solidFill>
                  <a:srgbClr val="28A745"/>
                </a:solidFill>
              </a:defRPr>
            </a:pPr>
            <a:r>
              <a:t>Every hour of supervised practice builds your skills and confidence.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1-2: Empty parking lots</a:t>
            </a:r>
          </a:p>
          <a:p>
            <a:pPr/>
            <a:r>
              <a:t>Week 3-4: Quiet neighborhoods</a:t>
            </a:r>
          </a:p>
          <a:p>
            <a:pPr/>
            <a:r>
              <a:t>Week 5-6: Busier streets</a:t>
            </a:r>
          </a:p>
          <a:p>
            <a:pPr/>
            <a:r>
              <a:t>Week 7-8: Light highway driving</a:t>
            </a:r>
          </a:p>
          <a:p>
            <a:pPr/>
            <a:r>
              <a:t>Continue: All conditions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nimal Clean">
      <a:dk1>
        <a:srgbClr val="2D3436"/>
      </a:dk1>
      <a:lt1>
        <a:srgbClr val="FFFFFF"/>
      </a:lt1>
      <a:dk2>
        <a:srgbClr val="636E72"/>
      </a:dk2>
      <a:lt2>
        <a:srgbClr val="FAFAFA"/>
      </a:lt2>
      <a:accent1>
        <a:srgbClr val="2D3436"/>
      </a:accent1>
      <a:accent2>
        <a:srgbClr val="636E72"/>
      </a:accent2>
      <a:accent3>
        <a:srgbClr val="0984E3"/>
      </a:accent3>
      <a:accent4>
        <a:srgbClr val="636E72"/>
      </a:accent4>
      <a:accent5>
        <a:srgbClr val="0984E3"/>
      </a:accent5>
      <a:accent6>
        <a:srgbClr val="2D343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to Drive</dc:title>
  <dc:subject>Procedural guide for new drivers covering vehicle operation and safety</dc:subject>
  <dc:creator>Slideforge Examples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