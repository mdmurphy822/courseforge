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Header Bar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FF6B35"/>
          </a:solidFill>
          <a:ln>
            <a:noFill/>
          </a:ln>
        </p:spPr>
      </p:sp>
      <p:sp>
        <p:nvSpPr>
          <p:cNvPr id="101" name="Bottom Bar"/>
          <p:cNvSpPr/>
          <p:nvPr/>
        </p:nvSpPr>
        <p:spPr>
          <a:xfrm>
            <a:off x="0" y="6720840"/>
            <a:ext cx="9144000" cy="137160"/>
          </a:xfrm>
          <a:prstGeom prst="rect">
            <a:avLst/>
          </a:prstGeom>
          <a:solidFill>
            <a:srgbClr val="004E89"/>
          </a:solidFill>
          <a:ln>
            <a:noFill/>
          </a:ln>
        </p:spPr>
      </p:sp>
      <p:sp>
        <p:nvSpPr>
          <p:cNvPr id="102" name="Corner Accent"/>
          <p:cNvSpPr/>
          <p:nvPr/>
        </p:nvSpPr>
        <p:spPr>
          <a:xfrm>
            <a:off x="8229600" y="5943600"/>
            <a:ext cx="914400" cy="914400"/>
          </a:xfrm>
          <a:prstGeom prst="rect">
            <a:avLst/>
          </a:prstGeom>
          <a:solidFill>
            <a:srgbClr val="F9C80E"/>
          </a:solidFill>
          <a:ln>
            <a:noFill/>
          </a:ln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reative Vibrant">
      <a:dk1>
        <a:srgbClr val="1A1A2E"/>
      </a:dk1>
      <a:lt1>
        <a:srgbClr val="FFFFFF"/>
      </a:lt1>
      <a:dk2>
        <a:srgbClr val="555555"/>
      </a:dk2>
      <a:lt2>
        <a:srgbClr val="FFF4E6"/>
      </a:lt2>
      <a:accent1>
        <a:srgbClr val="FF6B35"/>
      </a:accent1>
      <a:accent2>
        <a:srgbClr val="004E89"/>
      </a:accent2>
      <a:accent3>
        <a:srgbClr val="F9C80E"/>
      </a:accent3>
      <a:accent4>
        <a:srgbClr val="004E89"/>
      </a:accent4>
      <a:accent5>
        <a:srgbClr val="F9C80E"/>
      </a:accent5>
      <a:accent6>
        <a:srgbClr val="FF6B35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