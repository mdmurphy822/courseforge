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Dark 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101" name="Top Accent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C63FF"/>
          </a:solidFill>
          <a:ln>
            <a:noFill/>
          </a:ln>
        </p:spPr>
      </p:sp>
      <p:sp>
        <p:nvSpPr>
          <p:cNvPr id="102" name="Side Accent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ECDC4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ark Mode">
      <a:dk1>
        <a:srgbClr val="EAEAEA"/>
      </a:dk1>
      <a:lt1>
        <a:srgbClr val="1A1A2E"/>
      </a:lt1>
      <a:dk2>
        <a:srgbClr val="A0A0A0"/>
      </a:dk2>
      <a:lt2>
        <a:srgbClr val="16213E"/>
      </a:lt2>
      <a:accent1>
        <a:srgbClr val="6C63FF"/>
      </a:accent1>
      <a:accent2>
        <a:srgbClr val="4ECDC4"/>
      </a:accent2>
      <a:accent3>
        <a:srgbClr val="FF6B6B"/>
      </a:accent3>
      <a:accent4>
        <a:srgbClr val="4ECDC4"/>
      </a:accent4>
      <a:accent5>
        <a:srgbClr val="FF6B6B"/>
      </a:accent5>
      <a:accent6>
        <a:srgbClr val="6C63F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