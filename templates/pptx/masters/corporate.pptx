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2C5AA0"/>
          </a:solidFill>
          <a:ln>
            <a:noFill/>
          </a:ln>
        </p:spPr>
      </p:sp>
      <p:sp>
        <p:nvSpPr>
          <p:cNvPr id="101" name="Accent Line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28A745"/>
          </a:solidFill>
          <a:ln>
            <a:noFill/>
          </a:ln>
        </p:spPr>
      </p:sp>
      <p:sp>
        <p:nvSpPr>
          <p:cNvPr id="102" name="Footer Bar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porate Professional">
      <a:dk1>
        <a:srgbClr val="333333"/>
      </a:dk1>
      <a:lt1>
        <a:srgbClr val="FFFFFF"/>
      </a:lt1>
      <a:dk2>
        <a:srgbClr val="666666"/>
      </a:dk2>
      <a:lt2>
        <a:srgbClr val="F8F9FA"/>
      </a:lt2>
      <a:accent1>
        <a:srgbClr val="2C5AA0"/>
      </a:accent1>
      <a:accent2>
        <a:srgbClr val="4A4A4A"/>
      </a:accent2>
      <a:accent3>
        <a:srgbClr val="28A745"/>
      </a:accent3>
      <a:accent4>
        <a:srgbClr val="4A4A4A"/>
      </a:accent4>
      <a:accent5>
        <a:srgbClr val="28A745"/>
      </a:accent5>
      <a:accent6>
        <a:srgbClr val="2C5AA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