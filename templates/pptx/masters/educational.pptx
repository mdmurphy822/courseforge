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ackground Tin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4EF"/>
          </a:solidFill>
          <a:ln>
            <a:noFill/>
          </a:ln>
        </p:spPr>
      </p:sp>
      <p:sp>
        <p:nvSpPr>
          <p:cNvPr id="101" name="Header Bar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5C4D7D"/>
          </a:solidFill>
          <a:ln>
            <a:noFill/>
          </a:ln>
        </p:spPr>
      </p:sp>
      <p:sp>
        <p:nvSpPr>
          <p:cNvPr id="102" name="Bottom Accent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E07A5F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ducational Academic">
      <a:dk1>
        <a:srgbClr val="3D405B"/>
      </a:dk1>
      <a:lt1>
        <a:srgbClr val="FEF9F3"/>
      </a:lt1>
      <a:dk2>
        <a:srgbClr val="6B6B6B"/>
      </a:dk2>
      <a:lt2>
        <a:srgbClr val="F8F4EF"/>
      </a:lt2>
      <a:accent1>
        <a:srgbClr val="5C4D7D"/>
      </a:accent1>
      <a:accent2>
        <a:srgbClr val="8B7355"/>
      </a:accent2>
      <a:accent3>
        <a:srgbClr val="E07A5F"/>
      </a:accent3>
      <a:accent4>
        <a:srgbClr val="8B7355"/>
      </a:accent4>
      <a:accent5>
        <a:srgbClr val="E07A5F"/>
      </a:accent5>
      <a:accent6>
        <a:srgbClr val="5C4D7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